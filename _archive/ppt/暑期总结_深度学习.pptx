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63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718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各位老师好。我这个暑假做的事，一句话说：给我三百多张眼底照片，让电脑学会眼底照片长什么样，再自己画出新的。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先说为什么做。要让 AI 学会看眼底，需要大量标注图；但越是严重的病变、越罕见的病例，样本越少。所以我们想让模型自己生成新样本补上。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我们一共 330 张眼底彩照，全部裁到 128 乘 128。我还从每张图里提取了血管分布，就是右边这张黑白图，后面会派上大用场。数据少、图又小，是后面所有困难的源头。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第一个模型叫 VAE。它的损失函数是两部分相加：一部分逐像素比差距，一部分约束模型别把特征记得太死。问题出在第一部分——逐像素比差距的最优解就是「平均值」，所以它画出来的是张平均脸。想通这个我就知道，加大模型、训练翻倍都没用：损失降了一半，但 800 轮和 1200 轮的图肉眼没区别。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第二个是 GAN，一个画画、一个挑毛病。但它在这 330 张数据上立刻崩了：DCGAN 全是暗红糊块；WGAN-GP 两轮判别器分数就炸；StyleGAN2 环境跑不通，算下来要跑 275 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崩了不能就算了。我查到两个问题：颜色映射写错，图被渲染成暗红；修完变成灰的——听着像修好了，其实更麻烦。一查像素统计才发现，真正的问题是模型根本没学颜色，绿蓝通道一直卡着不动。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但把问题都修完，GAN 还是不能用。因为只有 330 张图时，那个挑毛病的会背题——它不是学会判断像不像眼底图，而是记住了这 330 张的细节。瓶颈不是模型不够强，是数据太少。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于是我换了第三种思路，扩散模型。它的训练目标很不一样：随机给图加噪，然后让模型猜加了多少噪声——擦干净了，图就出来了。这条路不需要裁判，训练稳定得多。但注意，它用的损失函数还是 MSE。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但马上冒出个新问题。MSE 是对全部像素求误差，而眼底图里 95% 的像素是暗背景，只有 5% 是亮的病灶——把病灶画暗一点，总误差反而更小。所以病灶被「优化」掉了。左边是真实图，中间早期版本生成的，病灶没了。这和第 4 页 VAE 糊掉是同一个原因：MSE 奖励的就是「平均」。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解决办法是给模型加个约束：把前面算出的血管分布图，训练时作为条件一起喂给它。代价极小，只多了一个卷积层、576 个参数。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在此基础上我又改了两处：一是网络内部换成一种叫 FiLM 的调制方式，让每一路特征都能单独调节，而不是整体加同一个值；二是把损失函数从 MSE 换成 L1 加感知损失——L1 不奖励平均，感知损失比的是特征而不是逐个像素，血管和病灶的边界就保住了。改完病灶基本保住，早期版本会丢掉约四分之三。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这三个词展开说一下。FiLM 是把「所有通道加同一个值」换成「每个通道单独调节」，代价只是参数多 4.6%。L1 和 MSE 的差别在惩罚的形状：平方让大误差的代价翻倍涨，模型就宁可选中庸；L1 按比例罚。LPIPS 不比像素，比的是网络中间层的特征——血管边缘糊一个像素它也重罚。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做到这步我发现个新问题：我说模型变好了，凭什么？最开始只能自己打 80 分，被问依据就答不上来。所以我搭了一套两层评估：通用层看像不像、有没有多样性；眼底专用层看病灶保没保住、血管对不对。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最后讲后续。深度模型卡在数据量上之后，我换了个思路：不动模型，直接重新组合真实图里的零件——把一张图的病变区域搬到另一张图上。用同一套评估体系量，它拿到 80.8 分，比深度学习高。但它是在搬运真实像素，不会创造新的病灶形态。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总结这个暑假。第一，数据只有 330 张时，瓶颈是数据不是模型。第二，失败要查到底——都是能定位的具体原因。第三，评估比生成更难，也更值钱。谢谢老师。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（备用页，老师追问再翻）如果被问到为什么传统方法分数反而比深度学习高：因为泊松重排和 Retinex 都是在搬运真实图的像素，出来的图当然真、分数当然高；而生成模型是从零合成整张图，它最大的价值恰恰是能造出训练集里没有的病灶形态。两者分数可比，但用途根本不同。下一步打算把生成的图拿去扩充糖尿病视网膜病变分级分类器的 severe 类，验证生成图对下游任务到底有没有用。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01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754" y="2246881"/>
            <a:ext cx="6766560" cy="23642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40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这个暑假我学了什么</a:t>
            </a:r>
            <a:endParaRPr sz="40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0000"/>
              </a:lnSpc>
              <a:spcAft>
                <a:spcPts val="2600"/>
              </a:spcAft>
            </a:pPr>
            <a:r>
              <a:rPr sz="2400" b="0" dirty="0">
                <a:solidFill>
                  <a:srgbClr val="C9D8E4"/>
                </a:solidFill>
                <a:latin typeface="微软雅黑"/>
                <a:ea typeface="微软雅黑"/>
                <a:cs typeface="微软雅黑"/>
              </a:rPr>
              <a:t>—— </a:t>
            </a:r>
            <a:r>
              <a:rPr sz="2400" b="0" dirty="0" err="1">
                <a:solidFill>
                  <a:srgbClr val="C9D8E4"/>
                </a:solidFill>
                <a:latin typeface="微软雅黑"/>
                <a:ea typeface="微软雅黑"/>
                <a:cs typeface="微软雅黑"/>
              </a:rPr>
              <a:t>让电脑学会画眼底照片</a:t>
            </a:r>
            <a:endParaRPr sz="2400" b="0" dirty="0">
              <a:solidFill>
                <a:srgbClr val="C9D8E4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lang="en-US" sz="1500" b="0" dirty="0">
              <a:solidFill>
                <a:srgbClr val="9FB4C6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 dirty="0" err="1">
                <a:solidFill>
                  <a:srgbClr val="9FB4C6"/>
                </a:solidFill>
                <a:latin typeface="微软雅黑"/>
                <a:ea typeface="微软雅黑"/>
                <a:cs typeface="微软雅黑"/>
              </a:rPr>
              <a:t>暑期学习汇报</a:t>
            </a:r>
            <a:endParaRPr sz="1500" b="0" dirty="0">
              <a:solidFill>
                <a:srgbClr val="9FB4C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457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问题：眼底照片不够用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05256"/>
            <a:ext cx="11185855" cy="31750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65815" y="645566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暑期总结 · 眼底图像生成</a:t>
            </a:r>
          </a:p>
        </p:txBody>
      </p:sp>
      <p:pic>
        <p:nvPicPr>
          <p:cNvPr id="6" name="Picture 5" descr="p02_real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4" y="1170432"/>
            <a:ext cx="9905686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956048"/>
            <a:ext cx="11185855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要让 AI 学会看眼底、判断有没有病变，需要大量标注好的图。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但越是严重的病变、越罕见的病例，样本越少。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缺的不是算法，是数据。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26864"/>
            <a:ext cx="1118585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真实眼底照片（重度病变样本）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457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我们的数据与任务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05256"/>
            <a:ext cx="11185855" cy="31750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65815" y="645566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暑期总结 · 眼底图像生成</a:t>
            </a:r>
          </a:p>
        </p:txBody>
      </p:sp>
      <p:pic>
        <p:nvPicPr>
          <p:cNvPr id="6" name="Picture 5" descr="p03_p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96143"/>
            <a:ext cx="6675120" cy="3814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52360" y="1600200"/>
            <a:ext cx="4233672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9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330 张眼底彩照</a:t>
            </a:r>
          </a:p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500" b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全部裁到 128×128 —— 一根血管只剩 1~2 个像素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9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要做的事：</a:t>
            </a:r>
          </a:p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60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让模型学会“眼底图长什么样”，然后自己画一张新的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顺手算出每张图的血管分布（右图）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457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第一站：VAE —— 学是学会了，但画不清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05256"/>
            <a:ext cx="11185855" cy="31750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65815" y="645566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暑期总结 · 眼底图像生成</a:t>
            </a:r>
          </a:p>
        </p:txBody>
      </p:sp>
      <p:pic>
        <p:nvPicPr>
          <p:cNvPr id="6" name="Picture 5" descr="final_gener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57300"/>
            <a:ext cx="4846320" cy="4846320"/>
          </a:xfrm>
          <a:prstGeom prst="rect">
            <a:avLst/>
          </a:prstGeom>
        </p:spPr>
      </p:pic>
      <p:pic>
        <p:nvPicPr>
          <p:cNvPr id="7" name="Picture 6" descr="p04_vae_aver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283160"/>
            <a:ext cx="6016752" cy="17862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0" y="3273552"/>
            <a:ext cx="60167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>
                <a:solidFill>
                  <a:srgbClr val="123A5E"/>
                </a:solidFill>
                <a:latin typeface="Cambria"/>
                <a:ea typeface="Cambria"/>
                <a:cs typeface="Cambria"/>
              </a:rPr>
              <a:t>L = ‖x − x̂‖</a:t>
            </a:r>
            <a:r>
              <a:rPr sz="2200" b="0" baseline="30000">
                <a:solidFill>
                  <a:srgbClr val="123A5E"/>
                </a:solidFill>
                <a:latin typeface="Cambria"/>
                <a:ea typeface="Cambria"/>
                <a:cs typeface="Cambria"/>
              </a:rPr>
              <a:t>2</a:t>
            </a:r>
            <a:r>
              <a:rPr sz="2200" b="0">
                <a:solidFill>
                  <a:srgbClr val="123A5E"/>
                </a:solidFill>
                <a:latin typeface="Cambria"/>
                <a:ea typeface="Cambria"/>
                <a:cs typeface="Cambria"/>
              </a:rPr>
              <a:t>  +  β · KL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840480"/>
            <a:ext cx="601675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逐像素比差距　＋　别把特征记得太死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4370832"/>
            <a:ext cx="6016752" cy="187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6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MSE 的最优解就是「平均值」——所以它画的是「平均脸」。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后来模型加大、训练翻倍，损失降了一半 —— 但 800 轮和 1200 轮肉眼没区别。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19963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64 张 VAE 自己画的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457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第二站：GAN —— 彻底崩了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05256"/>
            <a:ext cx="11185855" cy="31750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65815" y="645566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暑期总结 · 眼底图像生成</a:t>
            </a:r>
          </a:p>
        </p:txBody>
      </p:sp>
      <p:pic>
        <p:nvPicPr>
          <p:cNvPr id="6" name="Picture 5" descr="p05_g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828" y="1280160"/>
            <a:ext cx="9614038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120640"/>
            <a:ext cx="11185855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9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换了三种 GAN，全都没做出来。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DCGAN 画出来全是暗红糊块；WGAN-GP 训练两轮判别器分数就炸；StyleGAN2 环境跑不通，算下来要 275 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457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崩了就得查：两个具体的问题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05256"/>
            <a:ext cx="11185855" cy="31750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65815" y="645566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暑期总结 · 眼底图像生成</a:t>
            </a:r>
          </a:p>
        </p:txBody>
      </p:sp>
      <p:pic>
        <p:nvPicPr>
          <p:cNvPr id="6" name="Picture 5" descr="p06_bug_p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4562"/>
            <a:ext cx="5989320" cy="34345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1417320"/>
            <a:ext cx="48280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① 颜色映射写错 → 图被画成暗红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② 修好后变成灰的 —— 还是不对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395728"/>
            <a:ext cx="48280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真正的问题：绿、蓝两个通道根本没学，一直卡在 0.5 不动。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3246120"/>
            <a:ext cx="4828032" cy="475488"/>
          </a:xfrm>
          <a:prstGeom prst="rect">
            <a:avLst/>
          </a:prstGeom>
          <a:solidFill>
            <a:srgbClr val="7B4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真实眼底    R 0.48 / G 0.29 / B 0.15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3840480"/>
            <a:ext cx="4828032" cy="475488"/>
          </a:xfrm>
          <a:prstGeom prst="rect">
            <a:avLst/>
          </a:prstGeom>
          <a:solidFill>
            <a:srgbClr val="684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改代码前    R 0.41 / G 0.30 / B 0.28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4434840"/>
            <a:ext cx="4828032" cy="475488"/>
          </a:xfrm>
          <a:prstGeom prst="rect">
            <a:avLst/>
          </a:prstGeom>
          <a:solidFill>
            <a:srgbClr val="968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改代码后    R 0.59 / G 0.51 / B 0.50（灰）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5074920"/>
            <a:ext cx="482803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不是玄学，是两个能定位、能查证的具体问题。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257800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左：改代码前 ｜ 右：改代码后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457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但修好问题，它还是不行 —— 为什么？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05256"/>
            <a:ext cx="11185855" cy="31750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65815" y="645566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暑期总结 · 眼底图像生成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1691640"/>
            <a:ext cx="2834640" cy="1188720"/>
          </a:xfrm>
          <a:prstGeom prst="roundRect">
            <a:avLst>
              <a:gd name="adj" fmla="val 8000"/>
            </a:avLst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画画的（生成器）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91640"/>
            <a:ext cx="2834640" cy="1188720"/>
          </a:xfrm>
          <a:prstGeom prst="roundRect">
            <a:avLst>
              <a:gd name="adj" fmla="val 8000"/>
            </a:avLst>
          </a:prstGeom>
          <a:solidFill>
            <a:srgbClr val="F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挑毛病的（判别器）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847088"/>
            <a:ext cx="374903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画一张  →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←  说假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200400"/>
            <a:ext cx="2834640" cy="777240"/>
          </a:xfrm>
          <a:prstGeom prst="roundRect">
            <a:avLst>
              <a:gd name="adj" fmla="val 8000"/>
            </a:avLst>
          </a:prstGeom>
          <a:solidFill>
            <a:srgbClr val="DD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把 330 张全背下来了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91840"/>
            <a:ext cx="6492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裁判太强 → 画家得不到任何有用的反馈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51960"/>
            <a:ext cx="9784080" cy="187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330 张图太少，判别器不是学会“判断像不像眼底图”，而是记住了这 330 张的细节 —— 你画什么它都认得出来是假的。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生成器因此学不到任何东西。这不是调参能解决的。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瓶颈不是模型不够强，是数据太少。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457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第三站：换扩散模型 —— 终于像样了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05256"/>
            <a:ext cx="11185855" cy="31750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65815" y="645566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暑期总结 · 眼底图像生成</a:t>
            </a:r>
          </a:p>
        </p:txBody>
      </p:sp>
      <p:pic>
        <p:nvPicPr>
          <p:cNvPr id="6" name="Picture 5" descr="p08_no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16" y="1170432"/>
            <a:ext cx="10792862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639312"/>
            <a:ext cx="1118585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>
                <a:solidFill>
                  <a:srgbClr val="123A5E"/>
                </a:solidFill>
                <a:latin typeface="Cambria"/>
                <a:ea typeface="Cambria"/>
                <a:cs typeface="Cambria"/>
              </a:rPr>
              <a:t>L = ‖ε − ε</a:t>
            </a:r>
            <a:r>
              <a:rPr sz="2200" b="0" baseline="-25000">
                <a:solidFill>
                  <a:srgbClr val="123A5E"/>
                </a:solidFill>
                <a:latin typeface="Cambria"/>
                <a:ea typeface="Cambria"/>
                <a:cs typeface="Cambria"/>
              </a:rPr>
              <a:t>θ</a:t>
            </a:r>
            <a:r>
              <a:rPr sz="2200" b="0">
                <a:solidFill>
                  <a:srgbClr val="123A5E"/>
                </a:solidFill>
                <a:latin typeface="Cambria"/>
                <a:ea typeface="Cambria"/>
                <a:cs typeface="Cambria"/>
              </a:rPr>
              <a:t>(x</a:t>
            </a:r>
            <a:r>
              <a:rPr sz="2200" b="0" baseline="-25000">
                <a:solidFill>
                  <a:srgbClr val="123A5E"/>
                </a:solidFill>
                <a:latin typeface="Cambria"/>
                <a:ea typeface="Cambria"/>
                <a:cs typeface="Cambria"/>
              </a:rPr>
              <a:t>t</a:t>
            </a:r>
            <a:r>
              <a:rPr sz="2200" b="0">
                <a:solidFill>
                  <a:srgbClr val="123A5E"/>
                </a:solidFill>
                <a:latin typeface="Cambria"/>
                <a:ea typeface="Cambria"/>
                <a:cs typeface="Cambria"/>
              </a:rPr>
              <a:t>, t)‖</a:t>
            </a:r>
            <a:r>
              <a:rPr sz="2200" b="0" baseline="30000">
                <a:solidFill>
                  <a:srgbClr val="123A5E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206240"/>
            <a:ext cx="1118585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35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随机加噪，让模型猜「加了多少噪声」　——　注意：这里用的仍然是 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00016"/>
            <a:ext cx="11185855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换个思路：不学怎么画，先学怎么把噪声擦干净。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不需要“裁判”，训练稳定得多 —— 第一次跑出来血管走向就对得上。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457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新问题：病灶会“溶解”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05256"/>
            <a:ext cx="11185855" cy="31750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65815" y="645566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暑期总结 · 眼底图像生成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71231" y="1170432"/>
            <a:ext cx="4114800" cy="452628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09_dissol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91934"/>
            <a:ext cx="6812280" cy="28739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224528"/>
            <a:ext cx="6812280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60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眼底图里 95% 的像素是暗背景，只有 5% 是亮病灶。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把病灶画暗一点，总误差反而更小 —— 病灶就被「优化」掉了。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对医学用途，这是致命的。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298448"/>
            <a:ext cx="3712463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数学上发生了什么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719072"/>
            <a:ext cx="3712463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123A5E"/>
                </a:solidFill>
                <a:latin typeface="Cambria"/>
                <a:ea typeface="Cambria"/>
                <a:cs typeface="Cambria"/>
              </a:rPr>
              <a:t>L = (1/N) · Σ</a:t>
            </a:r>
            <a:r>
              <a:rPr sz="2000" b="0" baseline="-25000">
                <a:solidFill>
                  <a:srgbClr val="123A5E"/>
                </a:solidFill>
                <a:latin typeface="Cambria"/>
                <a:ea typeface="Cambria"/>
                <a:cs typeface="Cambria"/>
              </a:rPr>
              <a:t>i</a:t>
            </a:r>
            <a:r>
              <a:rPr sz="2000" b="0">
                <a:solidFill>
                  <a:srgbClr val="123A5E"/>
                </a:solidFill>
                <a:latin typeface="Cambria"/>
                <a:ea typeface="Cambria"/>
                <a:cs typeface="Cambria"/>
              </a:rPr>
              <a:t> (x</a:t>
            </a:r>
            <a:r>
              <a:rPr sz="2000" b="0" baseline="-25000">
                <a:solidFill>
                  <a:srgbClr val="123A5E"/>
                </a:solidFill>
                <a:latin typeface="Cambria"/>
                <a:ea typeface="Cambria"/>
                <a:cs typeface="Cambria"/>
              </a:rPr>
              <a:t>i</a:t>
            </a:r>
            <a:r>
              <a:rPr sz="2000" b="0">
                <a:solidFill>
                  <a:srgbClr val="123A5E"/>
                </a:solidFill>
                <a:latin typeface="Cambria"/>
                <a:ea typeface="Cambria"/>
                <a:cs typeface="Cambria"/>
              </a:rPr>
              <a:t> − x̂</a:t>
            </a:r>
            <a:r>
              <a:rPr sz="2000" b="0" baseline="-25000">
                <a:solidFill>
                  <a:srgbClr val="123A5E"/>
                </a:solidFill>
                <a:latin typeface="Cambria"/>
                <a:ea typeface="Cambria"/>
                <a:cs typeface="Cambria"/>
              </a:rPr>
              <a:t>i</a:t>
            </a:r>
            <a:r>
              <a:rPr sz="2000" b="0">
                <a:solidFill>
                  <a:srgbClr val="123A5E"/>
                </a:solidFill>
                <a:latin typeface="Cambria"/>
                <a:ea typeface="Cambria"/>
                <a:cs typeface="Cambria"/>
              </a:rPr>
              <a:t>)</a:t>
            </a:r>
            <a:r>
              <a:rPr sz="2000" b="0" baseline="30000">
                <a:solidFill>
                  <a:srgbClr val="123A5E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377440"/>
            <a:ext cx="371246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5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误差是对「全部像素」求的。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暗背景占 95%，票数压倒病灶 —— 把病灶画暗一点，总误差反而更小。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977639"/>
            <a:ext cx="3712463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50" b="1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所以病灶被一点点抹掉。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50" b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这和第 4 页 VAE 糊掉，是同一个原因：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MSE 奖励的就是「平均」。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457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解决：先给它一张血管地图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05256"/>
            <a:ext cx="11185855" cy="31750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65815" y="645566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暑期总结 · 眼底图像生成</a:t>
            </a:r>
          </a:p>
        </p:txBody>
      </p:sp>
      <p:pic>
        <p:nvPicPr>
          <p:cNvPr id="6" name="Picture 5" descr="p10_mask_gen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727" y="1207008"/>
            <a:ext cx="8778240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074920"/>
            <a:ext cx="1118585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训练时把血管分布图作为条件一起喂给模型，告诉它血管该长在哪儿。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代价极小：模型只多了一个卷积层、576 个参数。但它现在知道该往哪儿画了。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457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最终方案与效果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05256"/>
            <a:ext cx="11185855" cy="31750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65815" y="645566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暑期总结 · 眼底图像生成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3488" y="1170432"/>
            <a:ext cx="4352544" cy="4828032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11_b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89760"/>
            <a:ext cx="6629400" cy="3535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16368" y="1298448"/>
            <a:ext cx="4005072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改了两处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① 网络内部换成 FiLM 调制 —— 每路特征单独调节，不是统一加同一个值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② 损失函数不再「求平均」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6368" y="2633472"/>
            <a:ext cx="400507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strike="sngStrike">
                <a:solidFill>
                  <a:srgbClr val="5A6472"/>
                </a:solidFill>
                <a:latin typeface="Cambria"/>
                <a:ea typeface="Cambria"/>
                <a:cs typeface="Cambria"/>
              </a:rPr>
              <a:t>MSE</a:t>
            </a:r>
            <a:r>
              <a:rPr sz="2000" b="0">
                <a:solidFill>
                  <a:srgbClr val="5A6472"/>
                </a:solidFill>
                <a:latin typeface="Cambria"/>
                <a:ea typeface="Cambria"/>
                <a:cs typeface="Cambria"/>
              </a:rPr>
              <a:t>  →  </a:t>
            </a:r>
            <a:r>
              <a:rPr sz="2200" b="1">
                <a:solidFill>
                  <a:srgbClr val="E4572E"/>
                </a:solidFill>
                <a:latin typeface="Cambria"/>
                <a:ea typeface="Cambria"/>
                <a:cs typeface="Cambria"/>
              </a:rPr>
              <a:t>L1 + LPIPS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1504" y="3236976"/>
            <a:ext cx="409651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L1 不奖励「平均」；感知损失比的是特征，不是逐像素。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16368" y="4224528"/>
            <a:ext cx="400507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5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病灶基本保住（早期版本会丢掉约四分之三）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5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采样从 1000 步压到 50 步，快 20 倍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这几张是从生成结果里挑出来的干净样本。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457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刚才那三个词，分别解决什么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05256"/>
            <a:ext cx="11185855" cy="31750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65815" y="645566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暑期总结 · 眼底图像生成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70432"/>
            <a:ext cx="11185855" cy="1389888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" y="1261872"/>
            <a:ext cx="2788920" cy="12070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2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FiLM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3048" y="1316736"/>
            <a:ext cx="781812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旧做法：所有通道加同一个值 —— 一刀切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FiLM：每个通道有自己的缩放和平移，能分别控制血管、颜色等不同特征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代价很小：参数只多 4.6%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98064"/>
            <a:ext cx="11185855" cy="1389888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" y="2889504"/>
            <a:ext cx="2788920" cy="12070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2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L1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048" y="2944368"/>
            <a:ext cx="781812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MSE：(x − x̂)</a:t>
            </a:r>
            <a:r>
              <a:rPr sz="1600" b="0" baseline="30000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2</a:t>
            </a:r>
            <a:r>
              <a:rPr sz="1600" b="0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　　　L1：|x − x̂|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平方让大误差的代价翻倍涨 —— 模型为「不出大错」宁可选中庸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L1 按比例惩罚，不歧视只占 5% 的亮病灶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425696"/>
            <a:ext cx="11185855" cy="1389888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" y="4517136"/>
            <a:ext cx="2788920" cy="12070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2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LPIPS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4572000"/>
            <a:ext cx="781812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不比像素，比的是预训练网络中间层的特征图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血管边缘糊掉 1 个像素：像素损失察觉不到，特征差异却很大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权重 0.1，只在低噪声步（t &lt; 200）计算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925312"/>
            <a:ext cx="1118585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5A6472"/>
                </a:solidFill>
                <a:latin typeface="Cambria"/>
                <a:ea typeface="Cambria"/>
                <a:cs typeface="Cambria"/>
              </a:rPr>
              <a:t>总损失 = </a:t>
            </a:r>
            <a:r>
              <a:rPr sz="1900" b="1">
                <a:solidFill>
                  <a:srgbClr val="E4572E"/>
                </a:solidFill>
                <a:latin typeface="Cambria"/>
                <a:ea typeface="Cambria"/>
                <a:cs typeface="Cambria"/>
              </a:rPr>
              <a:t>L1 + 0.1 × LPIPS</a:t>
            </a:r>
            <a:r>
              <a:rPr sz="1600" b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　（只在低噪声步计算）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457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说不清“哪里好”，就不算做完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05256"/>
            <a:ext cx="11185855" cy="31750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65815" y="645566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暑期总结 · 眼底图像生成</a:t>
            </a:r>
          </a:p>
        </p:txBody>
      </p:sp>
      <p:pic>
        <p:nvPicPr>
          <p:cNvPr id="6" name="Picture 5" descr="score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309" y="1170432"/>
            <a:ext cx="7335076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074920"/>
            <a:ext cx="11185855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0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最开始只能自己看着打 80 分，被问“依据是什么”就答不上来。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后来搭了两层评估：通用层 11 项 + 眼底专用层（病灶保不保留 / 血管对不对 / 会不会“背下”训练图 / 能不能被一眼识破），最后汇总成六维加权总分。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457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后续进展：换了个思路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05256"/>
            <a:ext cx="11185855" cy="31750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65815" y="645566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暑期总结 · 眼底图像生成</a:t>
            </a:r>
          </a:p>
        </p:txBody>
      </p:sp>
      <p:pic>
        <p:nvPicPr>
          <p:cNvPr id="6" name="Picture 5" descr="p13_comparison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3882" y="1188720"/>
            <a:ext cx="2226276" cy="5257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261872"/>
            <a:ext cx="6446520" cy="5120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600"/>
              </a:spcAft>
            </a:pPr>
            <a:r>
              <a:rPr sz="170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深度模型受限于数据量，改从“重新组合真实图的零件”入手。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泊松病变重排 —— 把真图的病灶搬到另一张图上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</a:pPr>
            <a:r>
              <a:rPr sz="160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Retinex 光照交换 —— 只换两张图的照明条件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用同一套评估体系量，它们的分数比深度学习高。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代价：它们是在搬运真实像素，不会创造新的病灶形态。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388528"/>
            <a:ext cx="21214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真实原图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146409"/>
            <a:ext cx="21214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FiLM 扩散（深度学习）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904290"/>
            <a:ext cx="21214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泊松病变重排　80.8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3662172"/>
            <a:ext cx="21214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Retinex 光照交换　72.5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4420053"/>
            <a:ext cx="21214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补丁拼接　31.0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5177934"/>
            <a:ext cx="21214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GMM　22.6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5935815"/>
            <a:ext cx="21214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PCA　11.9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457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这个暑假我学到的三件事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05256"/>
            <a:ext cx="11185855" cy="31750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65815" y="645566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暑期总结 · 眼底图像生成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85855" cy="109728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①  数据只有 330 张时，瓶颈是数据，不是模型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697480"/>
            <a:ext cx="11185855" cy="109728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②  失败要查到底 —— 两次崩都是能定位的具体原因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77639"/>
            <a:ext cx="11185855" cy="109728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1054577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③  评估比生成更难，也更值钱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76672"/>
            <a:ext cx="1118585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还在解决：128×128 下单根血管只有 1~2 像素；约三到四成样本还不够好。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870448"/>
            <a:ext cx="11185855" cy="45720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5943600"/>
            <a:ext cx="1118585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项目地址：</a:t>
            </a:r>
            <a:r>
              <a:rPr sz="1500" b="1">
                <a:solidFill>
                  <a:srgbClr val="E4572E"/>
                </a:solidFill>
                <a:latin typeface="微软雅黑"/>
                <a:ea typeface="微软雅黑"/>
                <a:cs typeface="微软雅黑"/>
              </a:rPr>
              <a:t>【在此粘贴 GitHub 链接】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54577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备用页：为什么传统方法分数更高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05256"/>
            <a:ext cx="11185855" cy="31750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65815" y="645566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8892A0"/>
                </a:solidFill>
                <a:latin typeface="微软雅黑"/>
                <a:ea typeface="微软雅黑"/>
                <a:cs typeface="微软雅黑"/>
              </a:rPr>
              <a:t>暑期总结 · 眼底图像生成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185855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500" b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被问到再翻这一页。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泊松 / Retinex 是在搬运真实图的像素 —— 看着真、分数高，是必然的。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800" b="0">
                <a:solidFill>
                  <a:srgbClr val="1F2933"/>
                </a:solidFill>
                <a:latin typeface="微软雅黑"/>
                <a:ea typeface="微软雅黑"/>
                <a:cs typeface="微软雅黑"/>
              </a:rPr>
              <a:t>生成模型是从零合成整张图 —— 它最大的价值恰恰是能造出训练集里没有的病灶形态。</a:t>
            </a:r>
          </a:p>
          <a:p>
            <a:pPr algn="l">
              <a:lnSpc>
                <a:spcPct val="130000"/>
              </a:lnSpc>
              <a:spcAft>
                <a:spcPts val="2200"/>
              </a:spcAft>
            </a:pPr>
            <a:r>
              <a:rPr sz="1900" b="1">
                <a:solidFill>
                  <a:srgbClr val="123A5E"/>
                </a:solidFill>
                <a:latin typeface="微软雅黑"/>
                <a:ea typeface="微软雅黑"/>
                <a:cs typeface="微软雅黑"/>
              </a:rPr>
              <a:t>两者分数可比，但用途根本不同。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下一步：把生成的图用于扩充糖尿病视网膜病变分级分类器的 severe 类，验证生成图对下游任务有没有用。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1079</Words>
  <Application>Microsoft Office PowerPoint</Application>
  <PresentationFormat>宽屏</PresentationFormat>
  <Paragraphs>159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微软雅黑</vt:lpstr>
      <vt:lpstr>Arial</vt:lpstr>
      <vt:lpstr>Calibri</vt:lpstr>
      <vt:lpstr>Cambria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安夏 言</cp:lastModifiedBy>
  <cp:revision>2</cp:revision>
  <dcterms:created xsi:type="dcterms:W3CDTF">2013-01-27T09:14:16Z</dcterms:created>
  <dcterms:modified xsi:type="dcterms:W3CDTF">2026-09-17T14:45:36Z</dcterms:modified>
  <cp:category/>
</cp:coreProperties>
</file>